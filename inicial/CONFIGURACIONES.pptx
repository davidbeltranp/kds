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3" r:id="rId3"/>
    <p:sldId id="265" r:id="rId4"/>
    <p:sldId id="266" r:id="rId5"/>
    <p:sldId id="269" r:id="rId6"/>
    <p:sldId id="268" r:id="rId7"/>
    <p:sldId id="267" r:id="rId8"/>
    <p:sldId id="274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BED622-E8BA-473D-B6E2-FE959E4F1D2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424DA9D-91FB-4372-8F1D-6CF31FDE0A0C}">
      <dgm:prSet/>
      <dgm:spPr/>
      <dgm:t>
        <a:bodyPr/>
        <a:lstStyle/>
        <a:p>
          <a:r>
            <a:rPr lang="es-EC" dirty="0"/>
            <a:t>PANTALLA1 : X.X.X.58</a:t>
          </a:r>
          <a:endParaRPr lang="en-US" dirty="0"/>
        </a:p>
      </dgm:t>
    </dgm:pt>
    <dgm:pt modelId="{D88CCF85-E615-459B-A4B2-02DC53CA9DCF}" type="parTrans" cxnId="{A2836F61-F7B6-48DB-8011-B4F1ECF96872}">
      <dgm:prSet/>
      <dgm:spPr/>
      <dgm:t>
        <a:bodyPr/>
        <a:lstStyle/>
        <a:p>
          <a:endParaRPr lang="en-US"/>
        </a:p>
      </dgm:t>
    </dgm:pt>
    <dgm:pt modelId="{EA86828E-0604-414C-AA92-C4BA25B9A718}" type="sibTrans" cxnId="{A2836F61-F7B6-48DB-8011-B4F1ECF96872}">
      <dgm:prSet/>
      <dgm:spPr/>
      <dgm:t>
        <a:bodyPr/>
        <a:lstStyle/>
        <a:p>
          <a:endParaRPr lang="en-US"/>
        </a:p>
      </dgm:t>
    </dgm:pt>
    <dgm:pt modelId="{185E4C41-A681-4328-B07F-B3D94FC047A1}">
      <dgm:prSet/>
      <dgm:spPr/>
      <dgm:t>
        <a:bodyPr/>
        <a:lstStyle/>
        <a:p>
          <a:r>
            <a:rPr lang="es-EC" dirty="0"/>
            <a:t>PANTALLA2: X.X.X.59</a:t>
          </a:r>
          <a:endParaRPr lang="en-US" dirty="0"/>
        </a:p>
      </dgm:t>
    </dgm:pt>
    <dgm:pt modelId="{CC6D8DC9-9C8B-457E-BDDD-CC691A7CC81A}" type="parTrans" cxnId="{7E380AFA-CE18-4D80-AC5C-494995C6F77D}">
      <dgm:prSet/>
      <dgm:spPr/>
      <dgm:t>
        <a:bodyPr/>
        <a:lstStyle/>
        <a:p>
          <a:endParaRPr lang="en-US"/>
        </a:p>
      </dgm:t>
    </dgm:pt>
    <dgm:pt modelId="{D6BE3FBD-F571-40FA-A609-87219D5F88B5}" type="sibTrans" cxnId="{7E380AFA-CE18-4D80-AC5C-494995C6F77D}">
      <dgm:prSet/>
      <dgm:spPr/>
      <dgm:t>
        <a:bodyPr/>
        <a:lstStyle/>
        <a:p>
          <a:endParaRPr lang="en-US"/>
        </a:p>
      </dgm:t>
    </dgm:pt>
    <dgm:pt modelId="{288FF64D-50A3-4275-BE68-F8AC1FEF0952}">
      <dgm:prSet/>
      <dgm:spPr/>
      <dgm:t>
        <a:bodyPr/>
        <a:lstStyle/>
        <a:p>
          <a:r>
            <a:rPr lang="es-EC" dirty="0"/>
            <a:t>PANTALLA3 SANDUCHES: X.X.X.60</a:t>
          </a:r>
          <a:endParaRPr lang="en-US" dirty="0"/>
        </a:p>
      </dgm:t>
    </dgm:pt>
    <dgm:pt modelId="{74087214-3F4F-41D7-AECE-D0F8EE92AFFE}" type="parTrans" cxnId="{EB2DAA0F-7C66-436B-A7D7-430F64070AC3}">
      <dgm:prSet/>
      <dgm:spPr/>
      <dgm:t>
        <a:bodyPr/>
        <a:lstStyle/>
        <a:p>
          <a:endParaRPr lang="en-US"/>
        </a:p>
      </dgm:t>
    </dgm:pt>
    <dgm:pt modelId="{847BC2F9-638C-4D0A-8AEF-A560E22A073B}" type="sibTrans" cxnId="{EB2DAA0F-7C66-436B-A7D7-430F64070AC3}">
      <dgm:prSet/>
      <dgm:spPr/>
      <dgm:t>
        <a:bodyPr/>
        <a:lstStyle/>
        <a:p>
          <a:endParaRPr lang="en-US"/>
        </a:p>
      </dgm:t>
    </dgm:pt>
    <dgm:pt modelId="{66C6DC4E-1068-4C74-971D-4E1D922AEC7B}" type="pres">
      <dgm:prSet presAssocID="{B9BED622-E8BA-473D-B6E2-FE959E4F1D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EDF1961-AAE0-4DB2-BE17-C4FB7F6A4972}" type="pres">
      <dgm:prSet presAssocID="{8424DA9D-91FB-4372-8F1D-6CF31FDE0A0C}" presName="hierRoot1" presStyleCnt="0"/>
      <dgm:spPr/>
    </dgm:pt>
    <dgm:pt modelId="{37E2083C-909C-48A8-BA95-B10C6EF331DA}" type="pres">
      <dgm:prSet presAssocID="{8424DA9D-91FB-4372-8F1D-6CF31FDE0A0C}" presName="composite" presStyleCnt="0"/>
      <dgm:spPr/>
    </dgm:pt>
    <dgm:pt modelId="{E024DD28-2F52-4695-A714-C6173C1365D9}" type="pres">
      <dgm:prSet presAssocID="{8424DA9D-91FB-4372-8F1D-6CF31FDE0A0C}" presName="background" presStyleLbl="node0" presStyleIdx="0" presStyleCnt="3"/>
      <dgm:spPr/>
    </dgm:pt>
    <dgm:pt modelId="{E6725DF1-C20F-4988-99CB-E6252104D649}" type="pres">
      <dgm:prSet presAssocID="{8424DA9D-91FB-4372-8F1D-6CF31FDE0A0C}" presName="text" presStyleLbl="fgAcc0" presStyleIdx="0" presStyleCnt="3">
        <dgm:presLayoutVars>
          <dgm:chPref val="3"/>
        </dgm:presLayoutVars>
      </dgm:prSet>
      <dgm:spPr/>
    </dgm:pt>
    <dgm:pt modelId="{428A9D67-0CF4-4DFA-933A-539C6914F47B}" type="pres">
      <dgm:prSet presAssocID="{8424DA9D-91FB-4372-8F1D-6CF31FDE0A0C}" presName="hierChild2" presStyleCnt="0"/>
      <dgm:spPr/>
    </dgm:pt>
    <dgm:pt modelId="{8AA50E81-C8FF-4DC7-B01D-E06A188B4643}" type="pres">
      <dgm:prSet presAssocID="{185E4C41-A681-4328-B07F-B3D94FC047A1}" presName="hierRoot1" presStyleCnt="0"/>
      <dgm:spPr/>
    </dgm:pt>
    <dgm:pt modelId="{4FF31686-FCFE-490B-9889-9765DE1AD842}" type="pres">
      <dgm:prSet presAssocID="{185E4C41-A681-4328-B07F-B3D94FC047A1}" presName="composite" presStyleCnt="0"/>
      <dgm:spPr/>
    </dgm:pt>
    <dgm:pt modelId="{650A3CB5-DF68-45EE-97B9-ACE7CCED70B2}" type="pres">
      <dgm:prSet presAssocID="{185E4C41-A681-4328-B07F-B3D94FC047A1}" presName="background" presStyleLbl="node0" presStyleIdx="1" presStyleCnt="3"/>
      <dgm:spPr/>
    </dgm:pt>
    <dgm:pt modelId="{8ACBAD75-7AE7-4FAD-A69B-544FFD326BC8}" type="pres">
      <dgm:prSet presAssocID="{185E4C41-A681-4328-B07F-B3D94FC047A1}" presName="text" presStyleLbl="fgAcc0" presStyleIdx="1" presStyleCnt="3">
        <dgm:presLayoutVars>
          <dgm:chPref val="3"/>
        </dgm:presLayoutVars>
      </dgm:prSet>
      <dgm:spPr/>
    </dgm:pt>
    <dgm:pt modelId="{B4D4C884-2D43-4E87-ACEE-A3E468D3FA89}" type="pres">
      <dgm:prSet presAssocID="{185E4C41-A681-4328-B07F-B3D94FC047A1}" presName="hierChild2" presStyleCnt="0"/>
      <dgm:spPr/>
    </dgm:pt>
    <dgm:pt modelId="{E1A50A23-239A-4A3F-A20A-5D3E97E9642D}" type="pres">
      <dgm:prSet presAssocID="{288FF64D-50A3-4275-BE68-F8AC1FEF0952}" presName="hierRoot1" presStyleCnt="0"/>
      <dgm:spPr/>
    </dgm:pt>
    <dgm:pt modelId="{6BADD0AE-5147-4F8E-916A-4F3033423757}" type="pres">
      <dgm:prSet presAssocID="{288FF64D-50A3-4275-BE68-F8AC1FEF0952}" presName="composite" presStyleCnt="0"/>
      <dgm:spPr/>
    </dgm:pt>
    <dgm:pt modelId="{DB8EC878-6E60-456A-B427-0BBDAB9C49B9}" type="pres">
      <dgm:prSet presAssocID="{288FF64D-50A3-4275-BE68-F8AC1FEF0952}" presName="background" presStyleLbl="node0" presStyleIdx="2" presStyleCnt="3"/>
      <dgm:spPr/>
    </dgm:pt>
    <dgm:pt modelId="{4C289F7F-43AE-4B5D-8CFA-FAB3D2A0FCB4}" type="pres">
      <dgm:prSet presAssocID="{288FF64D-50A3-4275-BE68-F8AC1FEF0952}" presName="text" presStyleLbl="fgAcc0" presStyleIdx="2" presStyleCnt="3">
        <dgm:presLayoutVars>
          <dgm:chPref val="3"/>
        </dgm:presLayoutVars>
      </dgm:prSet>
      <dgm:spPr/>
    </dgm:pt>
    <dgm:pt modelId="{0882257F-2D0D-4FCD-9426-90463E255BB0}" type="pres">
      <dgm:prSet presAssocID="{288FF64D-50A3-4275-BE68-F8AC1FEF0952}" presName="hierChild2" presStyleCnt="0"/>
      <dgm:spPr/>
    </dgm:pt>
  </dgm:ptLst>
  <dgm:cxnLst>
    <dgm:cxn modelId="{EB2DAA0F-7C66-436B-A7D7-430F64070AC3}" srcId="{B9BED622-E8BA-473D-B6E2-FE959E4F1D25}" destId="{288FF64D-50A3-4275-BE68-F8AC1FEF0952}" srcOrd="2" destOrd="0" parTransId="{74087214-3F4F-41D7-AECE-D0F8EE92AFFE}" sibTransId="{847BC2F9-638C-4D0A-8AEF-A560E22A073B}"/>
    <dgm:cxn modelId="{A2836F61-F7B6-48DB-8011-B4F1ECF96872}" srcId="{B9BED622-E8BA-473D-B6E2-FE959E4F1D25}" destId="{8424DA9D-91FB-4372-8F1D-6CF31FDE0A0C}" srcOrd="0" destOrd="0" parTransId="{D88CCF85-E615-459B-A4B2-02DC53CA9DCF}" sibTransId="{EA86828E-0604-414C-AA92-C4BA25B9A718}"/>
    <dgm:cxn modelId="{668BE66D-4767-4C99-84C8-E6ABF237EA67}" type="presOf" srcId="{B9BED622-E8BA-473D-B6E2-FE959E4F1D25}" destId="{66C6DC4E-1068-4C74-971D-4E1D922AEC7B}" srcOrd="0" destOrd="0" presId="urn:microsoft.com/office/officeart/2005/8/layout/hierarchy1"/>
    <dgm:cxn modelId="{4008E292-5B0E-4F4E-9B3A-06ECC5F0C43C}" type="presOf" srcId="{185E4C41-A681-4328-B07F-B3D94FC047A1}" destId="{8ACBAD75-7AE7-4FAD-A69B-544FFD326BC8}" srcOrd="0" destOrd="0" presId="urn:microsoft.com/office/officeart/2005/8/layout/hierarchy1"/>
    <dgm:cxn modelId="{5B60F7DF-DA38-455E-B975-A1817B668AD9}" type="presOf" srcId="{8424DA9D-91FB-4372-8F1D-6CF31FDE0A0C}" destId="{E6725DF1-C20F-4988-99CB-E6252104D649}" srcOrd="0" destOrd="0" presId="urn:microsoft.com/office/officeart/2005/8/layout/hierarchy1"/>
    <dgm:cxn modelId="{1FDC2FF8-636D-4549-8B8F-6903EA87CDB1}" type="presOf" srcId="{288FF64D-50A3-4275-BE68-F8AC1FEF0952}" destId="{4C289F7F-43AE-4B5D-8CFA-FAB3D2A0FCB4}" srcOrd="0" destOrd="0" presId="urn:microsoft.com/office/officeart/2005/8/layout/hierarchy1"/>
    <dgm:cxn modelId="{7E380AFA-CE18-4D80-AC5C-494995C6F77D}" srcId="{B9BED622-E8BA-473D-B6E2-FE959E4F1D25}" destId="{185E4C41-A681-4328-B07F-B3D94FC047A1}" srcOrd="1" destOrd="0" parTransId="{CC6D8DC9-9C8B-457E-BDDD-CC691A7CC81A}" sibTransId="{D6BE3FBD-F571-40FA-A609-87219D5F88B5}"/>
    <dgm:cxn modelId="{5A415E97-7E6B-4B55-B2D7-E3A6B68DE5EA}" type="presParOf" srcId="{66C6DC4E-1068-4C74-971D-4E1D922AEC7B}" destId="{FEDF1961-AAE0-4DB2-BE17-C4FB7F6A4972}" srcOrd="0" destOrd="0" presId="urn:microsoft.com/office/officeart/2005/8/layout/hierarchy1"/>
    <dgm:cxn modelId="{DB439A8C-E35D-4F42-B267-57CB40A8DB56}" type="presParOf" srcId="{FEDF1961-AAE0-4DB2-BE17-C4FB7F6A4972}" destId="{37E2083C-909C-48A8-BA95-B10C6EF331DA}" srcOrd="0" destOrd="0" presId="urn:microsoft.com/office/officeart/2005/8/layout/hierarchy1"/>
    <dgm:cxn modelId="{8E8B4CB3-87FC-45F4-8AE2-59B285B12454}" type="presParOf" srcId="{37E2083C-909C-48A8-BA95-B10C6EF331DA}" destId="{E024DD28-2F52-4695-A714-C6173C1365D9}" srcOrd="0" destOrd="0" presId="urn:microsoft.com/office/officeart/2005/8/layout/hierarchy1"/>
    <dgm:cxn modelId="{035F6436-FEC1-4631-B121-443184CA597C}" type="presParOf" srcId="{37E2083C-909C-48A8-BA95-B10C6EF331DA}" destId="{E6725DF1-C20F-4988-99CB-E6252104D649}" srcOrd="1" destOrd="0" presId="urn:microsoft.com/office/officeart/2005/8/layout/hierarchy1"/>
    <dgm:cxn modelId="{36E9C2BF-83F1-4317-9DCC-C5991B2E98AE}" type="presParOf" srcId="{FEDF1961-AAE0-4DB2-BE17-C4FB7F6A4972}" destId="{428A9D67-0CF4-4DFA-933A-539C6914F47B}" srcOrd="1" destOrd="0" presId="urn:microsoft.com/office/officeart/2005/8/layout/hierarchy1"/>
    <dgm:cxn modelId="{48E6073F-A7D5-4C1D-890D-552B6B375EE5}" type="presParOf" srcId="{66C6DC4E-1068-4C74-971D-4E1D922AEC7B}" destId="{8AA50E81-C8FF-4DC7-B01D-E06A188B4643}" srcOrd="1" destOrd="0" presId="urn:microsoft.com/office/officeart/2005/8/layout/hierarchy1"/>
    <dgm:cxn modelId="{8C3003DA-CDC3-424D-9019-848350B7D071}" type="presParOf" srcId="{8AA50E81-C8FF-4DC7-B01D-E06A188B4643}" destId="{4FF31686-FCFE-490B-9889-9765DE1AD842}" srcOrd="0" destOrd="0" presId="urn:microsoft.com/office/officeart/2005/8/layout/hierarchy1"/>
    <dgm:cxn modelId="{C3478053-5C1A-4C33-83FE-69661DBE330B}" type="presParOf" srcId="{4FF31686-FCFE-490B-9889-9765DE1AD842}" destId="{650A3CB5-DF68-45EE-97B9-ACE7CCED70B2}" srcOrd="0" destOrd="0" presId="urn:microsoft.com/office/officeart/2005/8/layout/hierarchy1"/>
    <dgm:cxn modelId="{0CA88732-1858-442A-A607-3270A79D6752}" type="presParOf" srcId="{4FF31686-FCFE-490B-9889-9765DE1AD842}" destId="{8ACBAD75-7AE7-4FAD-A69B-544FFD326BC8}" srcOrd="1" destOrd="0" presId="urn:microsoft.com/office/officeart/2005/8/layout/hierarchy1"/>
    <dgm:cxn modelId="{88D22F25-1CDC-4C02-9DAB-ABC374EE29D9}" type="presParOf" srcId="{8AA50E81-C8FF-4DC7-B01D-E06A188B4643}" destId="{B4D4C884-2D43-4E87-ACEE-A3E468D3FA89}" srcOrd="1" destOrd="0" presId="urn:microsoft.com/office/officeart/2005/8/layout/hierarchy1"/>
    <dgm:cxn modelId="{4785B0DE-9936-48EF-86AF-E8961E9B4416}" type="presParOf" srcId="{66C6DC4E-1068-4C74-971D-4E1D922AEC7B}" destId="{E1A50A23-239A-4A3F-A20A-5D3E97E9642D}" srcOrd="2" destOrd="0" presId="urn:microsoft.com/office/officeart/2005/8/layout/hierarchy1"/>
    <dgm:cxn modelId="{DA5CC905-FAD5-478B-BD82-0B1A13CC6EF8}" type="presParOf" srcId="{E1A50A23-239A-4A3F-A20A-5D3E97E9642D}" destId="{6BADD0AE-5147-4F8E-916A-4F3033423757}" srcOrd="0" destOrd="0" presId="urn:microsoft.com/office/officeart/2005/8/layout/hierarchy1"/>
    <dgm:cxn modelId="{461812C0-851B-4E63-A5CB-6CE326675DDB}" type="presParOf" srcId="{6BADD0AE-5147-4F8E-916A-4F3033423757}" destId="{DB8EC878-6E60-456A-B427-0BBDAB9C49B9}" srcOrd="0" destOrd="0" presId="urn:microsoft.com/office/officeart/2005/8/layout/hierarchy1"/>
    <dgm:cxn modelId="{70AAF8B1-0682-48A5-89ED-8411E4B5EFBF}" type="presParOf" srcId="{6BADD0AE-5147-4F8E-916A-4F3033423757}" destId="{4C289F7F-43AE-4B5D-8CFA-FAB3D2A0FCB4}" srcOrd="1" destOrd="0" presId="urn:microsoft.com/office/officeart/2005/8/layout/hierarchy1"/>
    <dgm:cxn modelId="{E776ADA9-52E0-4FDA-9FCC-9A7DEE4B0A1D}" type="presParOf" srcId="{E1A50A23-239A-4A3F-A20A-5D3E97E9642D}" destId="{0882257F-2D0D-4FCD-9426-90463E255BB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BED622-E8BA-473D-B6E2-FE959E4F1D2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424DA9D-91FB-4372-8F1D-6CF31FDE0A0C}">
      <dgm:prSet/>
      <dgm:spPr/>
      <dgm:t>
        <a:bodyPr/>
        <a:lstStyle/>
        <a:p>
          <a:r>
            <a:rPr lang="es-EC" dirty="0" err="1"/>
            <a:t>linea</a:t>
          </a:r>
          <a:r>
            <a:rPr lang="es-EC" dirty="0"/>
            <a:t> : X.X.X.67</a:t>
          </a:r>
          <a:endParaRPr lang="en-US" dirty="0"/>
        </a:p>
      </dgm:t>
    </dgm:pt>
    <dgm:pt modelId="{D88CCF85-E615-459B-A4B2-02DC53CA9DCF}" type="parTrans" cxnId="{A2836F61-F7B6-48DB-8011-B4F1ECF96872}">
      <dgm:prSet/>
      <dgm:spPr/>
      <dgm:t>
        <a:bodyPr/>
        <a:lstStyle/>
        <a:p>
          <a:endParaRPr lang="en-US"/>
        </a:p>
      </dgm:t>
    </dgm:pt>
    <dgm:pt modelId="{EA86828E-0604-414C-AA92-C4BA25B9A718}" type="sibTrans" cxnId="{A2836F61-F7B6-48DB-8011-B4F1ECF96872}">
      <dgm:prSet/>
      <dgm:spPr/>
      <dgm:t>
        <a:bodyPr/>
        <a:lstStyle/>
        <a:p>
          <a:endParaRPr lang="en-US"/>
        </a:p>
      </dgm:t>
    </dgm:pt>
    <dgm:pt modelId="{185E4C41-A681-4328-B07F-B3D94FC047A1}">
      <dgm:prSet/>
      <dgm:spPr/>
      <dgm:t>
        <a:bodyPr/>
        <a:lstStyle/>
        <a:p>
          <a:r>
            <a:rPr lang="es-EC" dirty="0" err="1"/>
            <a:t>lineadomi</a:t>
          </a:r>
          <a:r>
            <a:rPr lang="es-EC" dirty="0"/>
            <a:t>: X.X.X.66</a:t>
          </a:r>
          <a:endParaRPr lang="en-US" dirty="0"/>
        </a:p>
      </dgm:t>
    </dgm:pt>
    <dgm:pt modelId="{CC6D8DC9-9C8B-457E-BDDD-CC691A7CC81A}" type="parTrans" cxnId="{7E380AFA-CE18-4D80-AC5C-494995C6F77D}">
      <dgm:prSet/>
      <dgm:spPr/>
      <dgm:t>
        <a:bodyPr/>
        <a:lstStyle/>
        <a:p>
          <a:endParaRPr lang="en-US"/>
        </a:p>
      </dgm:t>
    </dgm:pt>
    <dgm:pt modelId="{D6BE3FBD-F571-40FA-A609-87219D5F88B5}" type="sibTrans" cxnId="{7E380AFA-CE18-4D80-AC5C-494995C6F77D}">
      <dgm:prSet/>
      <dgm:spPr/>
      <dgm:t>
        <a:bodyPr/>
        <a:lstStyle/>
        <a:p>
          <a:endParaRPr lang="en-US"/>
        </a:p>
      </dgm:t>
    </dgm:pt>
    <dgm:pt modelId="{66C6DC4E-1068-4C74-971D-4E1D922AEC7B}" type="pres">
      <dgm:prSet presAssocID="{B9BED622-E8BA-473D-B6E2-FE959E4F1D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EDF1961-AAE0-4DB2-BE17-C4FB7F6A4972}" type="pres">
      <dgm:prSet presAssocID="{8424DA9D-91FB-4372-8F1D-6CF31FDE0A0C}" presName="hierRoot1" presStyleCnt="0"/>
      <dgm:spPr/>
    </dgm:pt>
    <dgm:pt modelId="{37E2083C-909C-48A8-BA95-B10C6EF331DA}" type="pres">
      <dgm:prSet presAssocID="{8424DA9D-91FB-4372-8F1D-6CF31FDE0A0C}" presName="composite" presStyleCnt="0"/>
      <dgm:spPr/>
    </dgm:pt>
    <dgm:pt modelId="{E024DD28-2F52-4695-A714-C6173C1365D9}" type="pres">
      <dgm:prSet presAssocID="{8424DA9D-91FB-4372-8F1D-6CF31FDE0A0C}" presName="background" presStyleLbl="node0" presStyleIdx="0" presStyleCnt="2"/>
      <dgm:spPr/>
    </dgm:pt>
    <dgm:pt modelId="{E6725DF1-C20F-4988-99CB-E6252104D649}" type="pres">
      <dgm:prSet presAssocID="{8424DA9D-91FB-4372-8F1D-6CF31FDE0A0C}" presName="text" presStyleLbl="fgAcc0" presStyleIdx="0" presStyleCnt="2">
        <dgm:presLayoutVars>
          <dgm:chPref val="3"/>
        </dgm:presLayoutVars>
      </dgm:prSet>
      <dgm:spPr/>
    </dgm:pt>
    <dgm:pt modelId="{428A9D67-0CF4-4DFA-933A-539C6914F47B}" type="pres">
      <dgm:prSet presAssocID="{8424DA9D-91FB-4372-8F1D-6CF31FDE0A0C}" presName="hierChild2" presStyleCnt="0"/>
      <dgm:spPr/>
    </dgm:pt>
    <dgm:pt modelId="{8AA50E81-C8FF-4DC7-B01D-E06A188B4643}" type="pres">
      <dgm:prSet presAssocID="{185E4C41-A681-4328-B07F-B3D94FC047A1}" presName="hierRoot1" presStyleCnt="0"/>
      <dgm:spPr/>
    </dgm:pt>
    <dgm:pt modelId="{4FF31686-FCFE-490B-9889-9765DE1AD842}" type="pres">
      <dgm:prSet presAssocID="{185E4C41-A681-4328-B07F-B3D94FC047A1}" presName="composite" presStyleCnt="0"/>
      <dgm:spPr/>
    </dgm:pt>
    <dgm:pt modelId="{650A3CB5-DF68-45EE-97B9-ACE7CCED70B2}" type="pres">
      <dgm:prSet presAssocID="{185E4C41-A681-4328-B07F-B3D94FC047A1}" presName="background" presStyleLbl="node0" presStyleIdx="1" presStyleCnt="2"/>
      <dgm:spPr/>
    </dgm:pt>
    <dgm:pt modelId="{8ACBAD75-7AE7-4FAD-A69B-544FFD326BC8}" type="pres">
      <dgm:prSet presAssocID="{185E4C41-A681-4328-B07F-B3D94FC047A1}" presName="text" presStyleLbl="fgAcc0" presStyleIdx="1" presStyleCnt="2">
        <dgm:presLayoutVars>
          <dgm:chPref val="3"/>
        </dgm:presLayoutVars>
      </dgm:prSet>
      <dgm:spPr/>
    </dgm:pt>
    <dgm:pt modelId="{B4D4C884-2D43-4E87-ACEE-A3E468D3FA89}" type="pres">
      <dgm:prSet presAssocID="{185E4C41-A681-4328-B07F-B3D94FC047A1}" presName="hierChild2" presStyleCnt="0"/>
      <dgm:spPr/>
    </dgm:pt>
  </dgm:ptLst>
  <dgm:cxnLst>
    <dgm:cxn modelId="{A2836F61-F7B6-48DB-8011-B4F1ECF96872}" srcId="{B9BED622-E8BA-473D-B6E2-FE959E4F1D25}" destId="{8424DA9D-91FB-4372-8F1D-6CF31FDE0A0C}" srcOrd="0" destOrd="0" parTransId="{D88CCF85-E615-459B-A4B2-02DC53CA9DCF}" sibTransId="{EA86828E-0604-414C-AA92-C4BA25B9A718}"/>
    <dgm:cxn modelId="{668BE66D-4767-4C99-84C8-E6ABF237EA67}" type="presOf" srcId="{B9BED622-E8BA-473D-B6E2-FE959E4F1D25}" destId="{66C6DC4E-1068-4C74-971D-4E1D922AEC7B}" srcOrd="0" destOrd="0" presId="urn:microsoft.com/office/officeart/2005/8/layout/hierarchy1"/>
    <dgm:cxn modelId="{4008E292-5B0E-4F4E-9B3A-06ECC5F0C43C}" type="presOf" srcId="{185E4C41-A681-4328-B07F-B3D94FC047A1}" destId="{8ACBAD75-7AE7-4FAD-A69B-544FFD326BC8}" srcOrd="0" destOrd="0" presId="urn:microsoft.com/office/officeart/2005/8/layout/hierarchy1"/>
    <dgm:cxn modelId="{5B60F7DF-DA38-455E-B975-A1817B668AD9}" type="presOf" srcId="{8424DA9D-91FB-4372-8F1D-6CF31FDE0A0C}" destId="{E6725DF1-C20F-4988-99CB-E6252104D649}" srcOrd="0" destOrd="0" presId="urn:microsoft.com/office/officeart/2005/8/layout/hierarchy1"/>
    <dgm:cxn modelId="{7E380AFA-CE18-4D80-AC5C-494995C6F77D}" srcId="{B9BED622-E8BA-473D-B6E2-FE959E4F1D25}" destId="{185E4C41-A681-4328-B07F-B3D94FC047A1}" srcOrd="1" destOrd="0" parTransId="{CC6D8DC9-9C8B-457E-BDDD-CC691A7CC81A}" sibTransId="{D6BE3FBD-F571-40FA-A609-87219D5F88B5}"/>
    <dgm:cxn modelId="{5A415E97-7E6B-4B55-B2D7-E3A6B68DE5EA}" type="presParOf" srcId="{66C6DC4E-1068-4C74-971D-4E1D922AEC7B}" destId="{FEDF1961-AAE0-4DB2-BE17-C4FB7F6A4972}" srcOrd="0" destOrd="0" presId="urn:microsoft.com/office/officeart/2005/8/layout/hierarchy1"/>
    <dgm:cxn modelId="{DB439A8C-E35D-4F42-B267-57CB40A8DB56}" type="presParOf" srcId="{FEDF1961-AAE0-4DB2-BE17-C4FB7F6A4972}" destId="{37E2083C-909C-48A8-BA95-B10C6EF331DA}" srcOrd="0" destOrd="0" presId="urn:microsoft.com/office/officeart/2005/8/layout/hierarchy1"/>
    <dgm:cxn modelId="{8E8B4CB3-87FC-45F4-8AE2-59B285B12454}" type="presParOf" srcId="{37E2083C-909C-48A8-BA95-B10C6EF331DA}" destId="{E024DD28-2F52-4695-A714-C6173C1365D9}" srcOrd="0" destOrd="0" presId="urn:microsoft.com/office/officeart/2005/8/layout/hierarchy1"/>
    <dgm:cxn modelId="{035F6436-FEC1-4631-B121-443184CA597C}" type="presParOf" srcId="{37E2083C-909C-48A8-BA95-B10C6EF331DA}" destId="{E6725DF1-C20F-4988-99CB-E6252104D649}" srcOrd="1" destOrd="0" presId="urn:microsoft.com/office/officeart/2005/8/layout/hierarchy1"/>
    <dgm:cxn modelId="{36E9C2BF-83F1-4317-9DCC-C5991B2E98AE}" type="presParOf" srcId="{FEDF1961-AAE0-4DB2-BE17-C4FB7F6A4972}" destId="{428A9D67-0CF4-4DFA-933A-539C6914F47B}" srcOrd="1" destOrd="0" presId="urn:microsoft.com/office/officeart/2005/8/layout/hierarchy1"/>
    <dgm:cxn modelId="{48E6073F-A7D5-4C1D-890D-552B6B375EE5}" type="presParOf" srcId="{66C6DC4E-1068-4C74-971D-4E1D922AEC7B}" destId="{8AA50E81-C8FF-4DC7-B01D-E06A188B4643}" srcOrd="1" destOrd="0" presId="urn:microsoft.com/office/officeart/2005/8/layout/hierarchy1"/>
    <dgm:cxn modelId="{8C3003DA-CDC3-424D-9019-848350B7D071}" type="presParOf" srcId="{8AA50E81-C8FF-4DC7-B01D-E06A188B4643}" destId="{4FF31686-FCFE-490B-9889-9765DE1AD842}" srcOrd="0" destOrd="0" presId="urn:microsoft.com/office/officeart/2005/8/layout/hierarchy1"/>
    <dgm:cxn modelId="{C3478053-5C1A-4C33-83FE-69661DBE330B}" type="presParOf" srcId="{4FF31686-FCFE-490B-9889-9765DE1AD842}" destId="{650A3CB5-DF68-45EE-97B9-ACE7CCED70B2}" srcOrd="0" destOrd="0" presId="urn:microsoft.com/office/officeart/2005/8/layout/hierarchy1"/>
    <dgm:cxn modelId="{0CA88732-1858-442A-A607-3270A79D6752}" type="presParOf" srcId="{4FF31686-FCFE-490B-9889-9765DE1AD842}" destId="{8ACBAD75-7AE7-4FAD-A69B-544FFD326BC8}" srcOrd="1" destOrd="0" presId="urn:microsoft.com/office/officeart/2005/8/layout/hierarchy1"/>
    <dgm:cxn modelId="{88D22F25-1CDC-4C02-9DAB-ABC374EE29D9}" type="presParOf" srcId="{8AA50E81-C8FF-4DC7-B01D-E06A188B4643}" destId="{B4D4C884-2D43-4E87-ACEE-A3E468D3FA8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4DD28-2F52-4695-A714-C6173C1365D9}">
      <dsp:nvSpPr>
        <dsp:cNvPr id="0" name=""/>
        <dsp:cNvSpPr/>
      </dsp:nvSpPr>
      <dsp:spPr>
        <a:xfrm>
          <a:off x="0" y="229999"/>
          <a:ext cx="2324862" cy="147628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25DF1-C20F-4988-99CB-E6252104D649}">
      <dsp:nvSpPr>
        <dsp:cNvPr id="0" name=""/>
        <dsp:cNvSpPr/>
      </dsp:nvSpPr>
      <dsp:spPr>
        <a:xfrm>
          <a:off x="258318" y="475401"/>
          <a:ext cx="2324862" cy="14762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600" kern="1200" dirty="0"/>
            <a:t>PANTALLA1 : X.X.X.58</a:t>
          </a:r>
          <a:endParaRPr lang="en-US" sz="2600" kern="1200" dirty="0"/>
        </a:p>
      </dsp:txBody>
      <dsp:txXfrm>
        <a:off x="301557" y="518640"/>
        <a:ext cx="2238384" cy="1389809"/>
      </dsp:txXfrm>
    </dsp:sp>
    <dsp:sp modelId="{650A3CB5-DF68-45EE-97B9-ACE7CCED70B2}">
      <dsp:nvSpPr>
        <dsp:cNvPr id="0" name=""/>
        <dsp:cNvSpPr/>
      </dsp:nvSpPr>
      <dsp:spPr>
        <a:xfrm>
          <a:off x="2841498" y="229999"/>
          <a:ext cx="2324862" cy="147628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BAD75-7AE7-4FAD-A69B-544FFD326BC8}">
      <dsp:nvSpPr>
        <dsp:cNvPr id="0" name=""/>
        <dsp:cNvSpPr/>
      </dsp:nvSpPr>
      <dsp:spPr>
        <a:xfrm>
          <a:off x="3099816" y="475401"/>
          <a:ext cx="2324862" cy="14762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600" kern="1200" dirty="0"/>
            <a:t>PANTALLA2: X.X.X.59</a:t>
          </a:r>
          <a:endParaRPr lang="en-US" sz="2600" kern="1200" dirty="0"/>
        </a:p>
      </dsp:txBody>
      <dsp:txXfrm>
        <a:off x="3143055" y="518640"/>
        <a:ext cx="2238384" cy="1389809"/>
      </dsp:txXfrm>
    </dsp:sp>
    <dsp:sp modelId="{DB8EC878-6E60-456A-B427-0BBDAB9C49B9}">
      <dsp:nvSpPr>
        <dsp:cNvPr id="0" name=""/>
        <dsp:cNvSpPr/>
      </dsp:nvSpPr>
      <dsp:spPr>
        <a:xfrm>
          <a:off x="5682996" y="229999"/>
          <a:ext cx="2324862" cy="147628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89F7F-43AE-4B5D-8CFA-FAB3D2A0FCB4}">
      <dsp:nvSpPr>
        <dsp:cNvPr id="0" name=""/>
        <dsp:cNvSpPr/>
      </dsp:nvSpPr>
      <dsp:spPr>
        <a:xfrm>
          <a:off x="5941313" y="475401"/>
          <a:ext cx="2324862" cy="14762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600" kern="1200" dirty="0"/>
            <a:t>PANTALLA3 SANDUCHES: X.X.X.60</a:t>
          </a:r>
          <a:endParaRPr lang="en-US" sz="2600" kern="1200" dirty="0"/>
        </a:p>
      </dsp:txBody>
      <dsp:txXfrm>
        <a:off x="5984552" y="518640"/>
        <a:ext cx="2238384" cy="1389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4DD28-2F52-4695-A714-C6173C1365D9}">
      <dsp:nvSpPr>
        <dsp:cNvPr id="0" name=""/>
        <dsp:cNvSpPr/>
      </dsp:nvSpPr>
      <dsp:spPr>
        <a:xfrm>
          <a:off x="700283" y="1337"/>
          <a:ext cx="2942403" cy="18684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25DF1-C20F-4988-99CB-E6252104D649}">
      <dsp:nvSpPr>
        <dsp:cNvPr id="0" name=""/>
        <dsp:cNvSpPr/>
      </dsp:nvSpPr>
      <dsp:spPr>
        <a:xfrm>
          <a:off x="1027217" y="311924"/>
          <a:ext cx="2942403" cy="186842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200" kern="1200" dirty="0" err="1"/>
            <a:t>linea</a:t>
          </a:r>
          <a:r>
            <a:rPr lang="es-EC" sz="4200" kern="1200" dirty="0"/>
            <a:t> : X.X.X.67</a:t>
          </a:r>
          <a:endParaRPr lang="en-US" sz="4200" kern="1200" dirty="0"/>
        </a:p>
      </dsp:txBody>
      <dsp:txXfrm>
        <a:off x="1081941" y="366648"/>
        <a:ext cx="2832955" cy="1758978"/>
      </dsp:txXfrm>
    </dsp:sp>
    <dsp:sp modelId="{650A3CB5-DF68-45EE-97B9-ACE7CCED70B2}">
      <dsp:nvSpPr>
        <dsp:cNvPr id="0" name=""/>
        <dsp:cNvSpPr/>
      </dsp:nvSpPr>
      <dsp:spPr>
        <a:xfrm>
          <a:off x="4296554" y="1337"/>
          <a:ext cx="2942403" cy="18684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BAD75-7AE7-4FAD-A69B-544FFD326BC8}">
      <dsp:nvSpPr>
        <dsp:cNvPr id="0" name=""/>
        <dsp:cNvSpPr/>
      </dsp:nvSpPr>
      <dsp:spPr>
        <a:xfrm>
          <a:off x="4623488" y="311924"/>
          <a:ext cx="2942403" cy="186842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200" kern="1200" dirty="0" err="1"/>
            <a:t>lineadomi</a:t>
          </a:r>
          <a:r>
            <a:rPr lang="es-EC" sz="4200" kern="1200" dirty="0"/>
            <a:t>: X.X.X.66</a:t>
          </a:r>
          <a:endParaRPr lang="en-US" sz="4200" kern="1200" dirty="0"/>
        </a:p>
      </dsp:txBody>
      <dsp:txXfrm>
        <a:off x="4678212" y="366648"/>
        <a:ext cx="2832955" cy="1758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ECFA6-A745-40B6-5A73-D3EEE318E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0E9C33-7F2A-D433-306B-D6900245D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7CB758-10AD-E939-F140-712A8E06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ABC42B-5F1C-A0E4-F11D-2ED766D1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8E0F04-7938-5A02-4CF9-8BCAF079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32894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50CC5-A2E2-973D-F8EC-32F09A48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DFC107-12D9-2301-A029-6A4390662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1335EF-1DEA-3659-4C8C-8B6D2880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1F26F2-7A3A-C168-7024-3A3955ACB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9AAD02-4C60-98E5-0B36-E6B37CB2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01094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DD3C4-21B7-5A41-C50A-E23127E7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65D03A-F9FF-57D4-4693-809ACD99C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5D12B0-FE64-832E-3A06-D4A331CB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71DF8F-A217-A17C-C271-8F7CA92C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950D8D-386C-FC3E-F356-EE3D0775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6229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3BEF7-AE49-5F50-57F7-408B703A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AEDED2-D540-2A09-BD45-E6483B61F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6B6681-432F-012A-B16E-5EE61A0F7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1889CC-0A52-6308-3A79-FD5FFBAF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DE88A7-F593-D31A-43B4-AFF9E1159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052B5F-3094-94CC-7CF9-90E3E4911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3719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4DEFC-80B0-8280-A9E4-1EA2B80FB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D97E8F-BECB-AB94-3C82-8A221E81D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C2F019-A4BA-5AD4-EB36-6BC03A676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A11A27-CC1C-2F5D-B84E-47DC646F1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9AD246-9660-2260-12F2-B2D1FBA28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C836287-720C-3682-2CF6-14055BEA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3492EF7-BA3B-D5A6-CFAD-EC167338F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3E531CF-0B06-6FCE-780E-6369FD35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4969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1D4FA-41BF-4FDF-7419-E7EDFF7D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36E6382-58F6-2581-718C-6C51E3A4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1B23A0-8020-EDB3-C88E-5CAD5D33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F41845-2BB2-A285-4B74-7789C0E4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393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6708D9-66CE-44A5-767E-10A5B87D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FF2ABB-9FD3-D560-7696-5F822AA6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1DE490-BE5D-E119-31B6-7C8D4606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06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E2167-97F1-DCA9-2419-F598DFB7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853CD-7DF8-4235-CAB3-BDF4AEB1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0B3618-DB3B-EAFA-CFB6-B9F0BFCFC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12166E-B484-F96D-E314-EF0962DF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C0ECF5-31DD-4490-A8F5-5E32930F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B68777-31AF-7D2A-9299-57A16B00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83155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56A8C-C4D9-8F4B-9D78-1A895C74F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734A53-C587-CF41-E39D-F8CA0C120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B01625-E548-D90C-631F-BA3821F82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ECD997-C008-852A-4644-E8F913C8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87B427-8A53-2F8B-354C-0469E3EE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E49368-3BC6-A146-6DBE-4B90F40D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2183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745CF-F35D-5AB7-F3D7-B2D2A22C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68C97A-B306-4AD6-78BB-24FE076AC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AA0694-8677-5589-C002-61FADA41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187F02-E3C1-0E18-E116-AAF41A87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F0EA08-5910-C926-89A6-63DD1AF3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3933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8A222A-8959-15F2-F23A-BF6263542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D2EF7F-CD88-AAEE-4A4C-808BA06D8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17CE3C-7C4E-D92B-58C0-8189BBB6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9233BA-1AE7-9444-7FB4-901064D12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A7F99B-8A1B-B643-C52E-CCFCDC0C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04505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DC9F6B7-69C8-4164-A12D-A9DD8E3D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C49A0F-5703-1477-0AA2-DB5D08CF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E0DFA-74F9-B22A-88BB-A603F6406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D4E76-502C-4EBB-8674-A0DD5A04186F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4BADA5-8BD4-4CC2-B035-46BDE5443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BB9738-19B4-44A9-BBFF-6B2FD2028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C125A-587E-4012-B395-306D4EF0F9C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2086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47B54D4-85E3-D96D-2D06-1DE9CD765A9D}"/>
              </a:ext>
            </a:extLst>
          </p:cNvPr>
          <p:cNvSpPr/>
          <p:nvPr/>
        </p:nvSpPr>
        <p:spPr>
          <a:xfrm>
            <a:off x="424752" y="0"/>
            <a:ext cx="808607" cy="44143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AEF7533-1F7E-E03A-5468-2ACEE85ADB39}"/>
              </a:ext>
            </a:extLst>
          </p:cNvPr>
          <p:cNvSpPr/>
          <p:nvPr/>
        </p:nvSpPr>
        <p:spPr>
          <a:xfrm>
            <a:off x="1592136" y="0"/>
            <a:ext cx="808607" cy="44143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45518DC-EDD8-D868-9549-973BEF265194}"/>
              </a:ext>
            </a:extLst>
          </p:cNvPr>
          <p:cNvSpPr/>
          <p:nvPr/>
        </p:nvSpPr>
        <p:spPr>
          <a:xfrm>
            <a:off x="2759520" y="0"/>
            <a:ext cx="808607" cy="44143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6683A6-1512-C1CC-6065-A4291E580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743" y="2578418"/>
            <a:ext cx="3190875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8">
            <a:extLst>
              <a:ext uri="{FF2B5EF4-FFF2-40B4-BE49-F238E27FC236}">
                <a16:creationId xmlns:a16="http://schemas.microsoft.com/office/drawing/2014/main" id="{218B9DC7-6E4D-3D6D-A921-D7AEDA612D53}"/>
              </a:ext>
            </a:extLst>
          </p:cNvPr>
          <p:cNvSpPr txBox="1"/>
          <p:nvPr/>
        </p:nvSpPr>
        <p:spPr>
          <a:xfrm>
            <a:off x="5591618" y="2255252"/>
            <a:ext cx="577605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36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Revisión KDS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sp>
        <p:nvSpPr>
          <p:cNvPr id="13" name="CuadroTexto 1">
            <a:extLst>
              <a:ext uri="{FF2B5EF4-FFF2-40B4-BE49-F238E27FC236}">
                <a16:creationId xmlns:a16="http://schemas.microsoft.com/office/drawing/2014/main" id="{0B8D1886-E0CB-676F-4AEF-B1C934CFE02E}"/>
              </a:ext>
            </a:extLst>
          </p:cNvPr>
          <p:cNvSpPr txBox="1"/>
          <p:nvPr/>
        </p:nvSpPr>
        <p:spPr>
          <a:xfrm>
            <a:off x="5616270" y="2843966"/>
            <a:ext cx="577605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o"/>
                <a:ea typeface="Microsoft JhengHei UI Light"/>
                <a:cs typeface="Lato"/>
              </a:rPr>
              <a:t>MXP</a:t>
            </a:r>
          </a:p>
        </p:txBody>
      </p:sp>
      <p:sp>
        <p:nvSpPr>
          <p:cNvPr id="14" name="CuadroTexto 8">
            <a:extLst>
              <a:ext uri="{FF2B5EF4-FFF2-40B4-BE49-F238E27FC236}">
                <a16:creationId xmlns:a16="http://schemas.microsoft.com/office/drawing/2014/main" id="{80CDE30B-D042-C0EC-9838-95C6412F90A7}"/>
              </a:ext>
            </a:extLst>
          </p:cNvPr>
          <p:cNvSpPr txBox="1"/>
          <p:nvPr/>
        </p:nvSpPr>
        <p:spPr>
          <a:xfrm>
            <a:off x="5591617" y="3490297"/>
            <a:ext cx="577605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28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CONFIGURACIONES</a:t>
            </a:r>
            <a:endParaRPr kumimoji="0" lang="es-V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774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DD1BD-96C0-5E26-B0E6-541E8E4CA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BD89E04-195A-EC55-D3F8-11EED8A90B56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AA6669E-27FB-3C26-CB4D-B63723B57F96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FEDCAAE-264F-58B5-E1F7-AF17DF66658A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FDA2137-8051-6C1B-A1C5-C5CC2CD86E8F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007BE050-F8C5-BD4A-48B5-DECA94814F21}"/>
              </a:ext>
            </a:extLst>
          </p:cNvPr>
          <p:cNvSpPr txBox="1"/>
          <p:nvPr/>
        </p:nvSpPr>
        <p:spPr>
          <a:xfrm>
            <a:off x="2025458" y="1167116"/>
            <a:ext cx="577605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Microsoft JhengHei UI Light"/>
                <a:cs typeface="Lato"/>
              </a:rPr>
              <a:t>NOTA</a:t>
            </a:r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781A2B50-7E5E-7BF5-2574-EAF5131D9C67}"/>
              </a:ext>
            </a:extLst>
          </p:cNvPr>
          <p:cNvSpPr txBox="1"/>
          <p:nvPr/>
        </p:nvSpPr>
        <p:spPr>
          <a:xfrm>
            <a:off x="2025458" y="2530177"/>
            <a:ext cx="781348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2800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Se debe tener instalado tanto en el servidor como en las Pantallas el agente del Devops para poder realizar los despliegues.</a:t>
            </a:r>
            <a:endParaRPr kumimoji="0" lang="es-VE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45059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D5FFA0F-CC8C-9996-B144-EAF14F419E16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74BCDF0-5997-A742-8615-3A4D8FF3322E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59D6FD-3765-3FB6-9363-026DE70F4C30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36812C0-2468-20FA-19AC-861347F2CF45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BCA02339-7063-693E-D951-E5F73895F7DE}"/>
              </a:ext>
            </a:extLst>
          </p:cNvPr>
          <p:cNvSpPr txBox="1"/>
          <p:nvPr/>
        </p:nvSpPr>
        <p:spPr>
          <a:xfrm>
            <a:off x="2025458" y="1167116"/>
            <a:ext cx="577605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36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Despliegue DevOps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pic>
        <p:nvPicPr>
          <p:cNvPr id="14" name="Marcador de contenido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972C8B8B-DF8E-0CBA-6A18-F01701F95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295" y="2261547"/>
            <a:ext cx="7116269" cy="155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89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E645-8D23-7317-39A5-06784B26D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034EB75-98DE-A1D5-5DD9-4F1046734AD5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7F9C99-9901-F24F-4ECC-2063241F38A5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2F6C6A6-1307-7C52-ACA6-360421946EF7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1E9A21-2E5E-FCE7-58D8-CD4E536BD759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F26F2368-7E9C-D37F-6648-340DD0E5C933}"/>
              </a:ext>
            </a:extLst>
          </p:cNvPr>
          <p:cNvSpPr txBox="1"/>
          <p:nvPr/>
        </p:nvSpPr>
        <p:spPr>
          <a:xfrm>
            <a:off x="2025458" y="1167116"/>
            <a:ext cx="577605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36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Despliegue DevOps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A160AFEB-62CA-93ED-DF67-48C6CDD1B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417" y="3039437"/>
            <a:ext cx="2281805" cy="868297"/>
          </a:xfrm>
          <a:prstGeom prst="rect">
            <a:avLst/>
          </a:prstGeom>
        </p:spPr>
      </p:pic>
      <p:sp>
        <p:nvSpPr>
          <p:cNvPr id="3" name="CuadroTexto 8">
            <a:extLst>
              <a:ext uri="{FF2B5EF4-FFF2-40B4-BE49-F238E27FC236}">
                <a16:creationId xmlns:a16="http://schemas.microsoft.com/office/drawing/2014/main" id="{09316DB0-F3A9-E3A6-5FBB-66E3BF002CC1}"/>
              </a:ext>
            </a:extLst>
          </p:cNvPr>
          <p:cNvSpPr txBox="1"/>
          <p:nvPr/>
        </p:nvSpPr>
        <p:spPr>
          <a:xfrm>
            <a:off x="2848417" y="2164832"/>
            <a:ext cx="577605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28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Base de Datos </a:t>
            </a:r>
            <a:r>
              <a:rPr lang="es-VE" sz="2800" b="1" dirty="0" err="1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Sql</a:t>
            </a:r>
            <a:r>
              <a:rPr lang="es-VE" sz="28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 Server</a:t>
            </a:r>
            <a:endParaRPr kumimoji="0" lang="es-V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796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0763-FE3A-8B47-6164-A41D0ADD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CAE73D46-2D06-B705-345D-C29DE9499A4B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46BA7F3-789F-4098-FF18-E233A5BD17DD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AC0B6F2-6DF2-0B88-BD8B-4D95F595F1D2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1C8304-0CC5-DC97-9ADA-6DADCF6605B0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14D9AF1D-805B-B5A1-C363-DE1978B25939}"/>
              </a:ext>
            </a:extLst>
          </p:cNvPr>
          <p:cNvSpPr txBox="1"/>
          <p:nvPr/>
        </p:nvSpPr>
        <p:spPr>
          <a:xfrm>
            <a:off x="2025458" y="1167116"/>
            <a:ext cx="577605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36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Despliegue DevOps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sp>
        <p:nvSpPr>
          <p:cNvPr id="3" name="CuadroTexto 8">
            <a:extLst>
              <a:ext uri="{FF2B5EF4-FFF2-40B4-BE49-F238E27FC236}">
                <a16:creationId xmlns:a16="http://schemas.microsoft.com/office/drawing/2014/main" id="{96061442-4BB7-92CE-4FDE-6FAAAC4B010C}"/>
              </a:ext>
            </a:extLst>
          </p:cNvPr>
          <p:cNvSpPr txBox="1"/>
          <p:nvPr/>
        </p:nvSpPr>
        <p:spPr>
          <a:xfrm>
            <a:off x="2848417" y="2164832"/>
            <a:ext cx="577605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En la </a:t>
            </a:r>
            <a:r>
              <a:rPr lang="en-US" sz="2800" dirty="0" err="1"/>
              <a:t>carpeta</a:t>
            </a:r>
            <a:r>
              <a:rPr lang="en-US" sz="2800" dirty="0"/>
              <a:t>  </a:t>
            </a:r>
            <a:r>
              <a:rPr lang="es-ES" sz="2800" dirty="0"/>
              <a:t>C:\KDS2 </a:t>
            </a:r>
            <a:endParaRPr lang="en-US" sz="2800" dirty="0"/>
          </a:p>
        </p:txBody>
      </p:sp>
      <p:pic>
        <p:nvPicPr>
          <p:cNvPr id="4" name="Marcador de contenido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2505594-E9EB-A3B4-2904-955D0B1F8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241" y="2762536"/>
            <a:ext cx="3284666" cy="377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3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6731-0980-4B04-1EFA-556091ABE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A1EF2C55-7D88-9988-34AC-CA7281B435BE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6DBBE51-37D6-59BD-BFA1-ABFF32E0E1FE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7DE1F24-697C-C4C5-EFE0-4B2D79B234AD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7C6EE9-0EE8-E1EE-A94B-7494811631A7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90B7E3FD-049B-D5CE-8AF7-3386781644BB}"/>
              </a:ext>
            </a:extLst>
          </p:cNvPr>
          <p:cNvSpPr txBox="1"/>
          <p:nvPr/>
        </p:nvSpPr>
        <p:spPr>
          <a:xfrm>
            <a:off x="2025458" y="1167116"/>
            <a:ext cx="670706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36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Despliegue DevOps - Pantallas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sp>
        <p:nvSpPr>
          <p:cNvPr id="3" name="CuadroTexto 8">
            <a:extLst>
              <a:ext uri="{FF2B5EF4-FFF2-40B4-BE49-F238E27FC236}">
                <a16:creationId xmlns:a16="http://schemas.microsoft.com/office/drawing/2014/main" id="{76798F11-E053-8692-B72A-9B3A7D46D9B7}"/>
              </a:ext>
            </a:extLst>
          </p:cNvPr>
          <p:cNvSpPr txBox="1"/>
          <p:nvPr/>
        </p:nvSpPr>
        <p:spPr>
          <a:xfrm>
            <a:off x="2848417" y="2173976"/>
            <a:ext cx="795979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AR" sz="2000" dirty="0"/>
              <a:t>El acceso directo se despliega en cada Pantalla.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pic>
        <p:nvPicPr>
          <p:cNvPr id="4" name="Marcador de contenido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8D8C7A1-4D88-A783-CB7B-6A3245D3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186" y="2706624"/>
            <a:ext cx="4149371" cy="267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3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6207-9179-E6AA-8DC2-F468A85E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D491B77-9D7C-45B7-C14A-DA8C9606931C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E5D3C89-EFBF-DCE1-FE4D-15933B753A88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B68ED78-F808-F4EC-40EA-E506ADFD9056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E7A43E-FF12-60C8-53F0-BF28051E584B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F499F8DC-70BA-200C-F7AF-16D5501C0095}"/>
              </a:ext>
            </a:extLst>
          </p:cNvPr>
          <p:cNvSpPr txBox="1"/>
          <p:nvPr/>
        </p:nvSpPr>
        <p:spPr>
          <a:xfrm>
            <a:off x="1987358" y="1176641"/>
            <a:ext cx="577605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VE" sz="36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Pantallas KDS - Estándar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sp>
        <p:nvSpPr>
          <p:cNvPr id="3" name="CuadroTexto 8">
            <a:extLst>
              <a:ext uri="{FF2B5EF4-FFF2-40B4-BE49-F238E27FC236}">
                <a16:creationId xmlns:a16="http://schemas.microsoft.com/office/drawing/2014/main" id="{A4E3ABF6-E145-52B2-A9BA-F09B6CC6C8DF}"/>
              </a:ext>
            </a:extLst>
          </p:cNvPr>
          <p:cNvSpPr txBox="1"/>
          <p:nvPr/>
        </p:nvSpPr>
        <p:spPr>
          <a:xfrm>
            <a:off x="2848417" y="2164832"/>
            <a:ext cx="803294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Microsoft JhengHei UI Light"/>
                <a:cs typeface="Lato"/>
              </a:rPr>
              <a:t>Son 3 pantallas, </a:t>
            </a:r>
            <a:r>
              <a:rPr lang="es-VE" sz="2000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las cuales las IP debe culminar de la siguiente manera:</a:t>
            </a:r>
            <a:endParaRPr kumimoji="0" lang="es-VE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68EB2402-04C2-DB76-E647-0E5B1C5820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6881529"/>
              </p:ext>
            </p:extLst>
          </p:nvPr>
        </p:nvGraphicFramePr>
        <p:xfrm>
          <a:off x="2848417" y="2916327"/>
          <a:ext cx="8266176" cy="2181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3599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6EB7-0C54-1B99-5D8B-194B5453E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DDB7465-9EA0-B4B4-99DB-3526B2ED71A3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3BCAB4-ADA9-8EEB-0544-E058E76EB80B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3C2AE1E-7299-19FB-2860-7687DA6CF047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C8BB24-C5C0-DDF9-3DBC-410DF65D8527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7E8F1106-C11E-1509-D349-E68B36A10BC9}"/>
              </a:ext>
            </a:extLst>
          </p:cNvPr>
          <p:cNvSpPr txBox="1"/>
          <p:nvPr/>
        </p:nvSpPr>
        <p:spPr>
          <a:xfrm>
            <a:off x="1987358" y="1176641"/>
            <a:ext cx="577605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VE" sz="36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Impresoras KDS - Estándar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sp>
        <p:nvSpPr>
          <p:cNvPr id="3" name="CuadroTexto 8">
            <a:extLst>
              <a:ext uri="{FF2B5EF4-FFF2-40B4-BE49-F238E27FC236}">
                <a16:creationId xmlns:a16="http://schemas.microsoft.com/office/drawing/2014/main" id="{A764C9D5-5C62-F626-FF51-E5A262BEF7F4}"/>
              </a:ext>
            </a:extLst>
          </p:cNvPr>
          <p:cNvSpPr txBox="1"/>
          <p:nvPr/>
        </p:nvSpPr>
        <p:spPr>
          <a:xfrm>
            <a:off x="2848417" y="2164832"/>
            <a:ext cx="803294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Microsoft JhengHei UI Light"/>
                <a:cs typeface="Lato"/>
              </a:rPr>
              <a:t>Son 2 impresoras en red, </a:t>
            </a:r>
            <a:r>
              <a:rPr lang="es-VE" sz="2000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las cuales las IP debe culminar de la siguiente manera:</a:t>
            </a:r>
            <a:endParaRPr kumimoji="0" lang="es-VE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B5839651-2E79-8673-148D-0A756AC6E1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8611463"/>
              </p:ext>
            </p:extLst>
          </p:nvPr>
        </p:nvGraphicFramePr>
        <p:xfrm>
          <a:off x="2848417" y="2916327"/>
          <a:ext cx="8266176" cy="2181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7304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6F77-CCE3-34E0-4EDC-9183289E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F82C5FE-959A-937A-010C-3D33BAE91044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C470AC7-3C4C-B669-5464-882324CE9A5B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566C065-1563-32C6-3B84-F565D64896C0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A578CC-DE89-B450-7959-BCFFDB1A62AA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F800FB06-BA2C-9220-08F9-1C74B3681038}"/>
              </a:ext>
            </a:extLst>
          </p:cNvPr>
          <p:cNvSpPr txBox="1"/>
          <p:nvPr/>
        </p:nvSpPr>
        <p:spPr>
          <a:xfrm>
            <a:off x="2033809" y="762000"/>
            <a:ext cx="8124382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VE" sz="36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Despliegue DevOps  - </a:t>
            </a:r>
            <a:r>
              <a:rPr lang="es-ES" sz="3600" b="1" dirty="0"/>
              <a:t>Configuraciones Pantalla KDS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sp>
        <p:nvSpPr>
          <p:cNvPr id="3" name="CuadroTexto 8">
            <a:extLst>
              <a:ext uri="{FF2B5EF4-FFF2-40B4-BE49-F238E27FC236}">
                <a16:creationId xmlns:a16="http://schemas.microsoft.com/office/drawing/2014/main" id="{2DE01178-A65D-9771-7490-2AA125DEBA89}"/>
              </a:ext>
            </a:extLst>
          </p:cNvPr>
          <p:cNvSpPr txBox="1"/>
          <p:nvPr/>
        </p:nvSpPr>
        <p:spPr>
          <a:xfrm>
            <a:off x="2468881" y="2164832"/>
            <a:ext cx="2743199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AR" sz="2000" dirty="0"/>
              <a:t>En </a:t>
            </a:r>
            <a:r>
              <a:rPr lang="es-AR" sz="2000" dirty="0" err="1"/>
              <a:t>js</a:t>
            </a:r>
            <a:r>
              <a:rPr lang="es-AR" sz="2000" dirty="0"/>
              <a:t>\app.js e indicar en </a:t>
            </a:r>
            <a:r>
              <a:rPr lang="es-AR" sz="2000" i="1" dirty="0" err="1"/>
              <a:t>const</a:t>
            </a:r>
            <a:r>
              <a:rPr lang="es-AR" sz="2000" i="1" dirty="0"/>
              <a:t> URL</a:t>
            </a:r>
            <a:r>
              <a:rPr lang="es-AR" sz="2000" dirty="0"/>
              <a:t> la dirección del servidor. Mantener el puerto o reemplazar según lo configurado en el puerto de escucha del servicio.</a:t>
            </a:r>
            <a:endParaRPr lang="es-EC" sz="2000" dirty="0"/>
          </a:p>
        </p:txBody>
      </p:sp>
      <p:pic>
        <p:nvPicPr>
          <p:cNvPr id="2" name="Imagen 1" descr="Texto&#10;&#10;Descripción generada automáticamente">
            <a:extLst>
              <a:ext uri="{FF2B5EF4-FFF2-40B4-BE49-F238E27FC236}">
                <a16:creationId xmlns:a16="http://schemas.microsoft.com/office/drawing/2014/main" id="{516DC5EB-416D-36D0-C14C-BEA87685D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328" y="2164832"/>
            <a:ext cx="2387847" cy="40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3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E9790-EA21-21E5-1004-18AE11A5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0B70CC8-B03B-2386-C5DA-38FDB1DD92AB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9563E68-897B-EA36-ECC7-F2326F79331D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6AE9B5-A4DC-901A-6A65-5A21E1DCAD44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B71F51-EBFF-B345-9B5C-6C9011FEFA50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804D6768-D759-D4AA-33DF-91A6CD33554D}"/>
              </a:ext>
            </a:extLst>
          </p:cNvPr>
          <p:cNvSpPr txBox="1"/>
          <p:nvPr/>
        </p:nvSpPr>
        <p:spPr>
          <a:xfrm>
            <a:off x="1979738" y="390525"/>
            <a:ext cx="672535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VE" sz="3600" b="1" dirty="0">
                <a:solidFill>
                  <a:prstClr val="black"/>
                </a:solidFill>
                <a:latin typeface="Lato"/>
                <a:ea typeface="Microsoft JhengHei UI Light"/>
                <a:cs typeface="Lato"/>
              </a:rPr>
              <a:t>Despliegue DevOps  - </a:t>
            </a:r>
            <a:r>
              <a:rPr lang="es-ES" sz="3600" b="1" dirty="0"/>
              <a:t>Configuraciones Pantalla KDS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3EC7693E-0D52-A12C-C413-FEC054DD6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456" y="1687170"/>
            <a:ext cx="7189439" cy="49247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7308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3E487-9F1F-15DF-080C-2C912A58C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DE1D6F76-DE9E-B68D-026B-AD02E9FC504E}"/>
              </a:ext>
            </a:extLst>
          </p:cNvPr>
          <p:cNvSpPr/>
          <p:nvPr/>
        </p:nvSpPr>
        <p:spPr>
          <a:xfrm>
            <a:off x="238130" y="0"/>
            <a:ext cx="257175" cy="76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D624003-E20B-6233-4750-6B025A01A7FC}"/>
              </a:ext>
            </a:extLst>
          </p:cNvPr>
          <p:cNvSpPr/>
          <p:nvPr/>
        </p:nvSpPr>
        <p:spPr>
          <a:xfrm>
            <a:off x="647705" y="0"/>
            <a:ext cx="257175" cy="3905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ABBB0EA-20BF-FBF9-5B1A-6E9B39264794}"/>
              </a:ext>
            </a:extLst>
          </p:cNvPr>
          <p:cNvSpPr/>
          <p:nvPr/>
        </p:nvSpPr>
        <p:spPr>
          <a:xfrm>
            <a:off x="1057280" y="0"/>
            <a:ext cx="257175" cy="190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5BD972A-7A12-7BC9-D6AC-7856E926AF07}"/>
              </a:ext>
            </a:extLst>
          </p:cNvPr>
          <p:cNvSpPr txBox="1"/>
          <p:nvPr/>
        </p:nvSpPr>
        <p:spPr>
          <a:xfrm>
            <a:off x="11039472" y="6409"/>
            <a:ext cx="914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VE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Microsoft JhengHei UI Light"/>
                <a:cs typeface="Lato"/>
              </a:rPr>
              <a:t>DSI</a:t>
            </a:r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59F132E3-3F85-AB82-E3EB-A00BFEE82731}"/>
              </a:ext>
            </a:extLst>
          </p:cNvPr>
          <p:cNvSpPr txBox="1"/>
          <p:nvPr/>
        </p:nvSpPr>
        <p:spPr>
          <a:xfrm>
            <a:off x="1961450" y="652740"/>
            <a:ext cx="672535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ES" sz="3600" b="1" dirty="0"/>
              <a:t>LOCAL KDS ECUADOR</a:t>
            </a:r>
            <a:endParaRPr kumimoji="0" lang="es-VE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/>
              <a:ea typeface="Microsoft JhengHei UI Light"/>
              <a:cs typeface="Lato"/>
            </a:endParaRP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052CD5C4-B074-0B4E-A012-5001F7AE9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674" y="1602629"/>
            <a:ext cx="5648325" cy="490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004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200</Words>
  <Application>Microsoft Office PowerPoint</Application>
  <PresentationFormat>Panorámica</PresentationFormat>
  <Paragraphs>35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Lato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Vera</dc:creator>
  <cp:lastModifiedBy>David Beltran</cp:lastModifiedBy>
  <cp:revision>11</cp:revision>
  <dcterms:created xsi:type="dcterms:W3CDTF">2025-09-22T20:12:58Z</dcterms:created>
  <dcterms:modified xsi:type="dcterms:W3CDTF">2025-11-26T00:23:19Z</dcterms:modified>
</cp:coreProperties>
</file>